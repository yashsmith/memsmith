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404850" cy="7543800"/>
  <p:notesSz cx="7543800" cy="13404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3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- 00-START-HERE-agent-instructions.docx — UBS slide construction and brand precedence guidance.
- 10-master-heuristics.docx — message hierarchy, chart discipline, one-idea-per-slide, and title guidance.
- 11-master-heuristics-AMENDMENT.docx — reference exemplar composition guidance: masthead, 32/66 split, enumerated rows, outcome column, terminal band.
- 20-ubs-brand-baseline-AUTHORITATIVE.docx — 14.66 × 8.25 canvas, Frutiger 45 Light, #E60000, structural greys and band fills.
- 40-scoring-rubric-and-calibration.docx — message clarity, executive usefulness, actionability, archetype fit and release gate.
- 50-construction-rules.docx — spacing, anchoring, occupancy and render requirements.
- 70-qa-toolchain-reference.docx — geometry, render and conformance acceptance criteria.
- Synthetic_Risk_Event_Intern_Takehome.xlsx — 1,000 simulated events, exercise objective, assessment focus, expected deliverable and time expectation.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BS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90120" y="7059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57784" y="6949440"/>
            <a:ext cx="12243816" cy="0"/>
          </a:xfrm>
          <a:prstGeom prst="line">
            <a:avLst/>
          </a:prstGeom>
          <a:noFill/>
          <a:ln w="7620">
            <a:solidFill>
              <a:srgbClr val="BE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7784" y="70408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7E7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SIMULATED / TRAINING USE ONLY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60352" y="704088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E7E7E"/>
                </a:solidFill>
                <a:latin typeface="Frutiger 45 Light"/>
                <a:ea typeface="Frutiger 45 Light"/>
                <a:cs typeface="Frutiger 45 Ligh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60352" y="704088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E7E7E"/>
                </a:solidFill>
                <a:latin typeface="Frutiger 45 Light"/>
                <a:ea typeface="Frutiger 45 Light"/>
                <a:cs typeface="Frutiger 45 Ligh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57784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AI PROCESS IMPROVEMENT INTERNSHIP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57784" y="557784"/>
            <a:ext cx="12243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Take-home assessment</a:t>
            </a:r>
            <a:r>
              <a:rPr lang="en-US" sz="26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 | Build a risk insights website with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" y="1133856"/>
            <a:ext cx="1175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Use the simulated risk-event dataset to create one HTML experience that reduces Risk Team effort, gives senior management clearer insight, and reveals trends worth investigating.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7784" y="1645920"/>
            <a:ext cx="12243816" cy="1"/>
          </a:xfrm>
          <a:prstGeom prst="line">
            <a:avLst/>
          </a:prstGeom>
          <a:noFill/>
          <a:ln w="10160">
            <a:solidFill>
              <a:srgbClr val="BE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43984" y="1883664"/>
            <a:ext cx="1" cy="4325112"/>
          </a:xfrm>
          <a:prstGeom prst="line">
            <a:avLst/>
          </a:prstGeom>
          <a:noFill/>
          <a:ln w="10160">
            <a:solidFill>
              <a:srgbClr val="BE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7784" y="1892808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THE BRIEF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7784" y="2194560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Turn the dataset into a useful decision experience, not just a dashboard.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57784" y="3063240"/>
            <a:ext cx="3767328" cy="960120"/>
          </a:xfrm>
          <a:prstGeom prst="rect">
            <a:avLst/>
          </a:prstGeom>
          <a:solidFill>
            <a:srgbClr val="EAEBE4"/>
          </a:solidFill>
          <a:ln w="12700">
            <a:solidFill>
              <a:srgbClr val="EA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376" y="3227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27048" y="318211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Synthetic_Risk_Event_Intern_Takehome.xlsx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1,000 simulated risk events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" y="4160520"/>
            <a:ext cx="3767328" cy="960120"/>
          </a:xfrm>
          <a:prstGeom prst="rect">
            <a:avLst/>
          </a:prstGeom>
          <a:solidFill>
            <a:srgbClr val="F7F7F4"/>
          </a:solidFill>
          <a:ln w="7620">
            <a:solidFill>
              <a:srgbClr val="BE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" y="43251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DELIVER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27048" y="42793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One self-contained HTML proof of concept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+ a short walkthrough of your approach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7784" y="5376672"/>
            <a:ext cx="3767328" cy="1"/>
          </a:xfrm>
          <a:prstGeom prst="line">
            <a:avLst/>
          </a:prstGeom>
          <a:noFill/>
          <a:ln w="8890">
            <a:solidFill>
              <a:srgbClr val="BE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" y="55961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DESIGN FOR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17904" y="5550408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Risk analysts who triage and investigate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Senior leaders who need themes, exposure and hotspots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892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WHAT GOOD LOOKS LIKE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36408" y="186537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Show how AI changes the way the problem is solved.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17720" y="2276856"/>
            <a:ext cx="8183880" cy="813816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48716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76088" y="24048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Solve the workflow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23957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Use filters, drill-downs, summaries, alerts or AI-generated insights to reduce manual effort.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671048" y="239572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 site that helps users act, not only observe.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118104"/>
            <a:ext cx="8183880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328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02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76088" y="3246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Think like the user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0920" y="32369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Anticipate how analysts investigate and how executives consume risk information quickly.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671048" y="323697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Interactions that reflect real user decisions.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3959352"/>
            <a:ext cx="8183880" cy="813816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416966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76088" y="4087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Show your AI method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40782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Explain tool choices, prompts, workflows, trade-offs and how AI accelerated the build.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671048" y="407822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Evidence of practical AI-tool mastery.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4800600"/>
            <a:ext cx="8183880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5010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04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76088" y="49286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Prioritize learning over polish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60920" y="491947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Build a rough proof of concept. Production-grade front-end craft is not the objective.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671048" y="49194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Clear reasoning, useful ideas and fast iteration.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5733288"/>
            <a:ext cx="8183880" cy="1"/>
          </a:xfrm>
          <a:prstGeom prst="line">
            <a:avLst/>
          </a:prstGeom>
          <a:noFill/>
          <a:ln w="10160">
            <a:solidFill>
              <a:srgbClr val="BE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5925312"/>
            <a:ext cx="8183880" cy="850392"/>
          </a:xfrm>
          <a:prstGeom prst="rect">
            <a:avLst/>
          </a:prstGeom>
          <a:solidFill>
            <a:srgbClr val="CCC9BB"/>
          </a:solidFill>
          <a:ln w="12700">
            <a:solidFill>
              <a:srgbClr val="CCC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17720" y="5925312"/>
            <a:ext cx="73152" cy="85039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60807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ASSESSMENT PRIORITY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82512" y="6016752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AI tool mastery  •  user anticipation  •  value and insight  •  reasoning and prioritization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382512" y="6345936"/>
            <a:ext cx="6144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64749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Reference point: a comparable UBS prototype was completed satisfactorily in approximately 10 minutes. Speed and leverage matter more than finish.</a:t>
            </a:r>
            <a:endParaRPr lang="en-US" sz="9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60352" y="704088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E7E7E"/>
                </a:solidFill>
                <a:latin typeface="Frutiger 45 Light"/>
                <a:ea typeface="Frutiger 45 Light"/>
                <a:cs typeface="Frutiger 45 Light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utiger 45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rutiger 45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utiger 45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rutiger 45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Frutiger 45 Light</vt:lpstr>
      <vt:lpstr>Office Theme</vt:lpstr>
      <vt:lpstr>PowerPoint Presentation</vt:lpstr>
    </vt:vector>
  </TitlesOfParts>
  <Company>UBS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risk insights website with AI</dc:title>
  <dc:subject>AI Process Improvement Internship Take-home Assessment</dc:subject>
  <dc:creator>Casassa, Cory</dc:creator>
  <cp:lastModifiedBy>Dhiman, Latika</cp:lastModifiedBy>
  <cp:revision>3</cp:revision>
  <dcterms:created xsi:type="dcterms:W3CDTF">2026-09-09T03:58:29Z</dcterms:created>
  <dcterms:modified xsi:type="dcterms:W3CDTF">2026-09-09T06:08:15Z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1e85bf-ac82-4d95-8ebe-b1488d74b05a_Enabled">
    <vt:lpwstr>true</vt:lpwstr>
  </property>
  <property fmtid="{D5CDD505-2E9C-101B-9397-08002B2CF9AE}" pid="3" name="MSIP_Label_0c1e85bf-ac82-4d95-8ebe-b1488d74b05a_SetDate">
    <vt:lpwstr>2026-09-09T06:08:12Z</vt:lpwstr>
  </property>
  <property fmtid="{D5CDD505-2E9C-101B-9397-08002B2CF9AE}" pid="4" name="MSIP_Label_0c1e85bf-ac82-4d95-8ebe-b1488d74b05a_Method">
    <vt:lpwstr>Privileged</vt:lpwstr>
  </property>
  <property fmtid="{D5CDD505-2E9C-101B-9397-08002B2CF9AE}" pid="5" name="MSIP_Label_0c1e85bf-ac82-4d95-8ebe-b1488d74b05a_Name">
    <vt:lpwstr>0c1e85bf-ac82-4d95-8ebe-b1488d74b05a</vt:lpwstr>
  </property>
  <property fmtid="{D5CDD505-2E9C-101B-9397-08002B2CF9AE}" pid="6" name="MSIP_Label_0c1e85bf-ac82-4d95-8ebe-b1488d74b05a_SiteId">
    <vt:lpwstr>fb6ea403-7cf1-4905-810a-fe5547e98204</vt:lpwstr>
  </property>
  <property fmtid="{D5CDD505-2E9C-101B-9397-08002B2CF9AE}" pid="7" name="MSIP_Label_0c1e85bf-ac82-4d95-8ebe-b1488d74b05a_ActionId">
    <vt:lpwstr>ffc7e071-d87b-4da9-bb1b-c7f566a53fe5</vt:lpwstr>
  </property>
  <property fmtid="{D5CDD505-2E9C-101B-9397-08002B2CF9AE}" pid="8" name="MSIP_Label_0c1e85bf-ac82-4d95-8ebe-b1488d74b05a_ContentBits">
    <vt:lpwstr>0</vt:lpwstr>
  </property>
  <property fmtid="{D5CDD505-2E9C-101B-9397-08002B2CF9AE}" pid="9" name="MSIP_Label_0c1e85bf-ac82-4d95-8ebe-b1488d74b05a_Tag">
    <vt:lpwstr>10, 0, 1, 1</vt:lpwstr>
  </property>
</Properties>
</file>